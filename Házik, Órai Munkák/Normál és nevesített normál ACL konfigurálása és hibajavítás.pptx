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4" autoAdjust="0"/>
    <p:restoredTop sz="94660"/>
  </p:normalViewPr>
  <p:slideViewPr>
    <p:cSldViewPr snapToGrid="0">
      <p:cViewPr varScale="1">
        <p:scale>
          <a:sx n="60" d="100"/>
          <a:sy n="60" d="100"/>
        </p:scale>
        <p:origin x="96" y="12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áma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11/28/2024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B61BEF0D-F0BB-DE4B-95CE-6DB70DBA9567}" type="datetimeFigureOut">
              <a:rPr lang="en-US" dirty="0"/>
              <a:pPr/>
              <a:t>11/28/2024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60" r:id="rId9"/>
    <p:sldLayoutId id="2147483668" r:id="rId10"/>
    <p:sldLayoutId id="2147483663" r:id="rId11"/>
    <p:sldLayoutId id="2147483664" r:id="rId12"/>
    <p:sldLayoutId id="2147483665" r:id="rId13"/>
    <p:sldLayoutId id="2147483666" r:id="rId14"/>
    <p:sldLayoutId id="2147483667" r:id="rId15"/>
    <p:sldLayoutId id="2147483658" r:id="rId16"/>
    <p:sldLayoutId id="214748365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105665A-1B3A-4E15-8C12-F9D77D944EF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dirty="0"/>
              <a:t>Normál és nevesített normál ACL konfigurálása és hibajavítás</a:t>
            </a: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12FAA6B2-741F-4F86-944F-16393F06B1B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hu-HU" dirty="0"/>
              <a:t>Kurucz Zoli 13c</a:t>
            </a:r>
          </a:p>
        </p:txBody>
      </p:sp>
    </p:spTree>
    <p:extLst>
      <p:ext uri="{BB962C8B-B14F-4D97-AF65-F5344CB8AC3E}">
        <p14:creationId xmlns:p14="http://schemas.microsoft.com/office/powerpoint/2010/main" val="1739548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83E863C0-8764-466D-9C24-FE03013AA8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239810"/>
            <a:ext cx="8534400" cy="1507067"/>
          </a:xfrm>
        </p:spPr>
        <p:txBody>
          <a:bodyPr/>
          <a:lstStyle/>
          <a:p>
            <a:r>
              <a:rPr lang="hu-HU" dirty="0"/>
              <a:t>Hálózati topológia</a:t>
            </a:r>
          </a:p>
        </p:txBody>
      </p:sp>
      <p:pic>
        <p:nvPicPr>
          <p:cNvPr id="6" name="Kép 5">
            <a:extLst>
              <a:ext uri="{FF2B5EF4-FFF2-40B4-BE49-F238E27FC236}">
                <a16:creationId xmlns:a16="http://schemas.microsoft.com/office/drawing/2014/main" id="{2E695CA9-3AA4-1F99-D02C-908D67CC30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3401" y="0"/>
            <a:ext cx="7105198" cy="565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61587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353BCDA3-0300-4DF7-9069-3730742F3B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Dinamikus </a:t>
            </a:r>
            <a:r>
              <a:rPr lang="hu-HU" dirty="0" err="1"/>
              <a:t>routolás</a:t>
            </a:r>
            <a:endParaRPr lang="hu-HU" dirty="0"/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22CC2C4-EDE8-437E-B0F6-BD7908B181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hu-HU" dirty="0" err="1"/>
              <a:t>Ospf-et</a:t>
            </a:r>
            <a:r>
              <a:rPr lang="hu-HU" dirty="0"/>
              <a:t> használva a hálózat konvergálttá vált</a:t>
            </a:r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E4C47CE7-CA64-428D-97DE-B9A199BBA3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306" y="1039660"/>
            <a:ext cx="8082212" cy="1779293"/>
          </a:xfrm>
          <a:prstGeom prst="rect">
            <a:avLst/>
          </a:prstGeom>
        </p:spPr>
      </p:pic>
      <p:pic>
        <p:nvPicPr>
          <p:cNvPr id="6" name="Kép 5">
            <a:extLst>
              <a:ext uri="{FF2B5EF4-FFF2-40B4-BE49-F238E27FC236}">
                <a16:creationId xmlns:a16="http://schemas.microsoft.com/office/drawing/2014/main" id="{6D405E72-34B6-4D12-E1F1-967CF1D680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8222" y="2911609"/>
            <a:ext cx="4782217" cy="1743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06934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14BF3C0-0039-4AE3-A36B-B97E98B48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236408"/>
            <a:ext cx="8534400" cy="1507067"/>
          </a:xfrm>
        </p:spPr>
        <p:txBody>
          <a:bodyPr/>
          <a:lstStyle/>
          <a:p>
            <a:r>
              <a:rPr lang="hu-HU" dirty="0"/>
              <a:t>szerver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0E116CD0-190F-47C9-9922-7B0C0DFD71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1302642"/>
            <a:ext cx="8534400" cy="3615267"/>
          </a:xfrm>
        </p:spPr>
        <p:txBody>
          <a:bodyPr anchor="t"/>
          <a:lstStyle/>
          <a:p>
            <a:r>
              <a:rPr lang="hu-HU" dirty="0"/>
              <a:t>Dhcpv4-es szerver-t állítottam be a lan.com- szerveren, valamint az alapértelmezett cisco.com weblapjára hivatkozok a lan.com-</a:t>
            </a:r>
            <a:r>
              <a:rPr lang="hu-HU" dirty="0" err="1"/>
              <a:t>mal</a:t>
            </a:r>
            <a:endParaRPr lang="hu-HU" dirty="0"/>
          </a:p>
        </p:txBody>
      </p:sp>
      <p:pic>
        <p:nvPicPr>
          <p:cNvPr id="4" name="Kép 3">
            <a:extLst>
              <a:ext uri="{FF2B5EF4-FFF2-40B4-BE49-F238E27FC236}">
                <a16:creationId xmlns:a16="http://schemas.microsoft.com/office/drawing/2014/main" id="{DA3BFB7E-00D1-4A7F-93B3-9F3C4587FD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40635" y="5008334"/>
            <a:ext cx="6285371" cy="1334094"/>
          </a:xfrm>
          <a:prstGeom prst="rect">
            <a:avLst/>
          </a:prstGeom>
        </p:spPr>
      </p:pic>
      <p:pic>
        <p:nvPicPr>
          <p:cNvPr id="5" name="Kép 4">
            <a:extLst>
              <a:ext uri="{FF2B5EF4-FFF2-40B4-BE49-F238E27FC236}">
                <a16:creationId xmlns:a16="http://schemas.microsoft.com/office/drawing/2014/main" id="{F1DD1497-77B7-4C0A-8B7B-F9134C2C87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594" y="1979496"/>
            <a:ext cx="10059412" cy="30190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1368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EAC52A98-3473-432A-BD9B-B830BDF8E4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057345"/>
            <a:ext cx="8534400" cy="1507067"/>
          </a:xfrm>
        </p:spPr>
        <p:txBody>
          <a:bodyPr anchor="b"/>
          <a:lstStyle/>
          <a:p>
            <a:r>
              <a:rPr lang="hu-HU" dirty="0" err="1"/>
              <a:t>Acl</a:t>
            </a:r>
            <a:r>
              <a:rPr lang="hu-HU" dirty="0"/>
              <a:t> 1 192-tes hálózat kizárása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3C7EFD5-FCEB-49DE-8AB6-03DF0E7AD1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hu-HU" dirty="0"/>
              <a:t>A 192.168.0.0/24-es hálózat 5 kliensre kap </a:t>
            </a:r>
            <a:r>
              <a:rPr lang="hu-HU" dirty="0" err="1"/>
              <a:t>dhcp-t</a:t>
            </a:r>
            <a:r>
              <a:rPr lang="hu-HU" dirty="0"/>
              <a:t>, az összes </a:t>
            </a:r>
            <a:r>
              <a:rPr lang="hu-HU" dirty="0" err="1"/>
              <a:t>host</a:t>
            </a:r>
            <a:r>
              <a:rPr lang="hu-HU" dirty="0"/>
              <a:t>, ami kiosztható, blokkolva van, csak a szerver  kapcsolata nem korlátolt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E335D324-DB47-03F2-568F-2126FB9D47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010" y="1442078"/>
            <a:ext cx="4944165" cy="1314633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58601D6-3834-2BF2-C33E-7BBBC69C5C1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434" y="3016316"/>
            <a:ext cx="6201640" cy="1781424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6585D100-82FF-2F6E-3F9C-56EBF2640D5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23074" y="3181315"/>
            <a:ext cx="4529108" cy="919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81599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6563BCA-FD17-4EE2-8074-0609D74FAD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err="1"/>
              <a:t>Named</a:t>
            </a:r>
            <a:r>
              <a:rPr lang="hu-HU" dirty="0"/>
              <a:t> </a:t>
            </a:r>
            <a:r>
              <a:rPr lang="hu-HU" dirty="0" err="1"/>
              <a:t>acl</a:t>
            </a:r>
            <a:r>
              <a:rPr lang="hu-HU" dirty="0"/>
              <a:t> alternatíva (egyszerűbb)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89F6511F-1F9C-4E69-A67E-A199F5A009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hu-HU" dirty="0"/>
              <a:t>Csak a szerver IP címét engedélyezem</a:t>
            </a:r>
          </a:p>
          <a:p>
            <a:r>
              <a:rPr lang="hu-HU" dirty="0"/>
              <a:t>Az egész 192.168.0.0/24es hálózatot blokkolom</a:t>
            </a:r>
          </a:p>
          <a:p>
            <a:r>
              <a:rPr lang="hu-HU" dirty="0"/>
              <a:t>És a más forgalmakat engedélyezem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C1C3AD14-A00F-2BAB-5E03-946BE50622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59948" y="3272223"/>
            <a:ext cx="6944694" cy="1028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824279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C504482-55F4-4056-8BAB-F1A10CA7A1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172-es hálózatok esete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17F244B-C3C8-4EB6-A685-15554E881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hu-HU" dirty="0"/>
              <a:t>Azt a feladatot tűztem ki, hogy a kettő egymás mellett lévő 172-es hálózat NE lássa egymást, viszont minden más forgalmat engedélyezzen. Itt a standart számozott ACL-t használtam, csak hogy legyen ilyen féle kizárás is.</a:t>
            </a:r>
          </a:p>
        </p:txBody>
      </p:sp>
      <p:pic>
        <p:nvPicPr>
          <p:cNvPr id="5" name="Kép 4">
            <a:extLst>
              <a:ext uri="{FF2B5EF4-FFF2-40B4-BE49-F238E27FC236}">
                <a16:creationId xmlns:a16="http://schemas.microsoft.com/office/drawing/2014/main" id="{848B7190-244E-4E18-BA4A-16FC045450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0" y="2914761"/>
            <a:ext cx="5925377" cy="1991003"/>
          </a:xfrm>
          <a:prstGeom prst="rect">
            <a:avLst/>
          </a:prstGeom>
        </p:spPr>
      </p:pic>
      <p:pic>
        <p:nvPicPr>
          <p:cNvPr id="7" name="Kép 6">
            <a:extLst>
              <a:ext uri="{FF2B5EF4-FFF2-40B4-BE49-F238E27FC236}">
                <a16:creationId xmlns:a16="http://schemas.microsoft.com/office/drawing/2014/main" id="{6FF7662F-F86C-BC65-2895-36050843B8E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3251" y="2098264"/>
            <a:ext cx="3598126" cy="816497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362CC359-5CA2-6792-DB1C-323BB49FCD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52153" y="2914761"/>
            <a:ext cx="3743847" cy="19147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93417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8E5960D-1938-4423-91E0-21C10E1781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Tihany </a:t>
            </a:r>
            <a:r>
              <a:rPr lang="hu-HU" dirty="0" err="1"/>
              <a:t>config</a:t>
            </a:r>
            <a:r>
              <a:rPr lang="hu-HU" dirty="0"/>
              <a:t> #1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76AD5603-94F5-47A9-A1C3-FD8E30281A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Building </a:t>
            </a:r>
            <a:r>
              <a:rPr lang="hu-HU" dirty="0" err="1"/>
              <a:t>configuration</a:t>
            </a:r>
            <a:r>
              <a:rPr lang="hu-HU" dirty="0"/>
              <a:t>...</a:t>
            </a:r>
          </a:p>
          <a:p>
            <a:endParaRPr lang="hu-HU" dirty="0"/>
          </a:p>
          <a:p>
            <a:r>
              <a:rPr lang="hu-HU" dirty="0" err="1"/>
              <a:t>Current</a:t>
            </a:r>
            <a:r>
              <a:rPr lang="hu-HU" dirty="0"/>
              <a:t> </a:t>
            </a:r>
            <a:r>
              <a:rPr lang="hu-HU" dirty="0" err="1"/>
              <a:t>configuration</a:t>
            </a:r>
            <a:r>
              <a:rPr lang="hu-HU" dirty="0"/>
              <a:t> : 1724 </a:t>
            </a:r>
            <a:r>
              <a:rPr lang="hu-HU" dirty="0" err="1"/>
              <a:t>bytes</a:t>
            </a:r>
            <a:endParaRPr lang="hu-HU" dirty="0"/>
          </a:p>
          <a:p>
            <a:r>
              <a:rPr lang="hu-HU" dirty="0"/>
              <a:t>!</a:t>
            </a:r>
          </a:p>
          <a:p>
            <a:r>
              <a:rPr lang="hu-HU" dirty="0"/>
              <a:t>version 15.1</a:t>
            </a:r>
          </a:p>
          <a:p>
            <a:r>
              <a:rPr lang="hu-HU" dirty="0"/>
              <a:t>no service </a:t>
            </a:r>
            <a:r>
              <a:rPr lang="hu-HU" dirty="0" err="1"/>
              <a:t>timestamps</a:t>
            </a:r>
            <a:r>
              <a:rPr lang="hu-HU" dirty="0"/>
              <a:t> log </a:t>
            </a:r>
            <a:r>
              <a:rPr lang="hu-HU" dirty="0" err="1"/>
              <a:t>datetime</a:t>
            </a:r>
            <a:r>
              <a:rPr lang="hu-HU" dirty="0"/>
              <a:t> </a:t>
            </a:r>
            <a:r>
              <a:rPr lang="hu-HU" dirty="0" err="1"/>
              <a:t>msec</a:t>
            </a:r>
            <a:endParaRPr lang="hu-HU" dirty="0"/>
          </a:p>
          <a:p>
            <a:r>
              <a:rPr lang="hu-HU" dirty="0"/>
              <a:t>no service </a:t>
            </a:r>
            <a:r>
              <a:rPr lang="hu-HU" dirty="0" err="1"/>
              <a:t>timestamps</a:t>
            </a:r>
            <a:r>
              <a:rPr lang="hu-HU" dirty="0"/>
              <a:t> </a:t>
            </a:r>
            <a:r>
              <a:rPr lang="hu-HU" dirty="0" err="1"/>
              <a:t>debug</a:t>
            </a:r>
            <a:r>
              <a:rPr lang="hu-HU" dirty="0"/>
              <a:t> </a:t>
            </a:r>
            <a:r>
              <a:rPr lang="hu-HU" dirty="0" err="1"/>
              <a:t>datetime</a:t>
            </a:r>
            <a:r>
              <a:rPr lang="hu-HU" dirty="0"/>
              <a:t> </a:t>
            </a:r>
            <a:r>
              <a:rPr lang="hu-HU" dirty="0" err="1"/>
              <a:t>msec</a:t>
            </a:r>
            <a:endParaRPr lang="hu-HU" dirty="0"/>
          </a:p>
          <a:p>
            <a:r>
              <a:rPr lang="hu-HU" dirty="0"/>
              <a:t>no service </a:t>
            </a:r>
            <a:r>
              <a:rPr lang="hu-HU" dirty="0" err="1"/>
              <a:t>password-encryption</a:t>
            </a:r>
            <a:endParaRPr lang="hu-HU" dirty="0"/>
          </a:p>
          <a:p>
            <a:r>
              <a:rPr lang="hu-HU" dirty="0"/>
              <a:t>!</a:t>
            </a:r>
          </a:p>
          <a:p>
            <a:r>
              <a:rPr lang="hu-HU" dirty="0" err="1"/>
              <a:t>hostname</a:t>
            </a:r>
            <a:r>
              <a:rPr lang="hu-HU" dirty="0"/>
              <a:t> TIHANY-R</a:t>
            </a:r>
          </a:p>
        </p:txBody>
      </p:sp>
    </p:spTree>
    <p:extLst>
      <p:ext uri="{BB962C8B-B14F-4D97-AF65-F5344CB8AC3E}">
        <p14:creationId xmlns:p14="http://schemas.microsoft.com/office/powerpoint/2010/main" val="7946559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0B73F3E-53A4-4229-9D45-743C6B4E3A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Tihany #2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5B3B827C-4F61-4FF1-A14A-DB2597B7C9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interface GigabitEthernet0/0</a:t>
            </a:r>
          </a:p>
          <a:p>
            <a:r>
              <a:rPr lang="en-US" dirty="0"/>
              <a:t> description [192-LAN]</a:t>
            </a:r>
          </a:p>
          <a:p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address 192.168.0.1 255.255.255.0</a:t>
            </a:r>
          </a:p>
          <a:p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access-group ALLOW in</a:t>
            </a:r>
          </a:p>
          <a:p>
            <a:r>
              <a:rPr lang="en-US" dirty="0"/>
              <a:t> duplex auto</a:t>
            </a:r>
          </a:p>
          <a:p>
            <a:r>
              <a:rPr lang="en-US" dirty="0"/>
              <a:t> speed auto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178611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A5BE52AD-F8E2-45FF-93D0-09C8965DA6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Tihany #3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6BA30EF-F897-49DB-A003-E450E34D7C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 err="1"/>
              <a:t>interface</a:t>
            </a:r>
            <a:r>
              <a:rPr lang="hu-HU" dirty="0"/>
              <a:t> GigabitEthernet0/1</a:t>
            </a:r>
          </a:p>
          <a:p>
            <a:r>
              <a:rPr lang="hu-HU" dirty="0"/>
              <a:t> </a:t>
            </a:r>
            <a:r>
              <a:rPr lang="hu-HU" dirty="0" err="1"/>
              <a:t>description</a:t>
            </a:r>
            <a:r>
              <a:rPr lang="hu-HU" dirty="0"/>
              <a:t> [10-LAN]</a:t>
            </a:r>
          </a:p>
          <a:p>
            <a:r>
              <a:rPr lang="hu-HU" dirty="0"/>
              <a:t> </a:t>
            </a:r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address</a:t>
            </a:r>
            <a:r>
              <a:rPr lang="hu-HU" dirty="0"/>
              <a:t> 10.0.0.1 255.255.255.0</a:t>
            </a:r>
          </a:p>
          <a:p>
            <a:r>
              <a:rPr lang="hu-HU" dirty="0"/>
              <a:t> </a:t>
            </a:r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helper-address</a:t>
            </a:r>
            <a:r>
              <a:rPr lang="hu-HU" dirty="0"/>
              <a:t> 192.168.0.254</a:t>
            </a:r>
          </a:p>
          <a:p>
            <a:r>
              <a:rPr lang="hu-HU" dirty="0"/>
              <a:t> </a:t>
            </a:r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access-group</a:t>
            </a:r>
            <a:r>
              <a:rPr lang="hu-HU" dirty="0"/>
              <a:t> BLOCK in</a:t>
            </a:r>
          </a:p>
          <a:p>
            <a:r>
              <a:rPr lang="hu-HU" dirty="0"/>
              <a:t> duplex </a:t>
            </a:r>
            <a:r>
              <a:rPr lang="hu-HU" dirty="0" err="1"/>
              <a:t>auto</a:t>
            </a:r>
            <a:endParaRPr lang="hu-HU" dirty="0"/>
          </a:p>
          <a:p>
            <a:r>
              <a:rPr lang="hu-HU" dirty="0"/>
              <a:t> </a:t>
            </a:r>
            <a:r>
              <a:rPr lang="hu-HU" dirty="0" err="1"/>
              <a:t>speed</a:t>
            </a:r>
            <a:r>
              <a:rPr lang="hu-HU" dirty="0"/>
              <a:t> </a:t>
            </a:r>
            <a:r>
              <a:rPr lang="hu-HU" dirty="0" err="1"/>
              <a:t>auto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658907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08E0548-8F74-49A3-91B8-5271D2D790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Tihany #4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537E3CB-ED35-4A90-B8AB-E81FACC531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/>
              <a:t>interface Serial0/0/0</a:t>
            </a:r>
          </a:p>
          <a:p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address 192.200.0.1 255.255.255.252</a:t>
            </a:r>
          </a:p>
          <a:p>
            <a:r>
              <a:rPr lang="en-US" dirty="0"/>
              <a:t> clock rate 64000</a:t>
            </a:r>
            <a:endParaRPr lang="hu-HU" dirty="0"/>
          </a:p>
          <a:p>
            <a:r>
              <a:rPr lang="hu-HU" dirty="0"/>
              <a:t>router </a:t>
            </a:r>
            <a:r>
              <a:rPr lang="hu-HU" dirty="0" err="1"/>
              <a:t>ospf</a:t>
            </a:r>
            <a:r>
              <a:rPr lang="hu-HU" dirty="0"/>
              <a:t> 50</a:t>
            </a:r>
          </a:p>
          <a:p>
            <a:r>
              <a:rPr lang="hu-HU" dirty="0"/>
              <a:t> router-</a:t>
            </a:r>
            <a:r>
              <a:rPr lang="hu-HU" dirty="0" err="1"/>
              <a:t>id</a:t>
            </a:r>
            <a:r>
              <a:rPr lang="hu-HU" dirty="0"/>
              <a:t> 1.1.1.1</a:t>
            </a:r>
          </a:p>
          <a:p>
            <a:r>
              <a:rPr lang="hu-HU" dirty="0"/>
              <a:t> log-</a:t>
            </a:r>
            <a:r>
              <a:rPr lang="hu-HU" dirty="0" err="1"/>
              <a:t>adjacency</a:t>
            </a:r>
            <a:r>
              <a:rPr lang="hu-HU" dirty="0"/>
              <a:t>-</a:t>
            </a:r>
            <a:r>
              <a:rPr lang="hu-HU" dirty="0" err="1"/>
              <a:t>changes</a:t>
            </a:r>
            <a:endParaRPr lang="hu-HU" dirty="0"/>
          </a:p>
          <a:p>
            <a:r>
              <a:rPr lang="hu-HU" dirty="0"/>
              <a:t> </a:t>
            </a:r>
            <a:r>
              <a:rPr lang="hu-HU" dirty="0" err="1"/>
              <a:t>passive-interface</a:t>
            </a:r>
            <a:r>
              <a:rPr lang="hu-HU" dirty="0"/>
              <a:t> GigabitEthernet0/0</a:t>
            </a:r>
          </a:p>
          <a:p>
            <a:r>
              <a:rPr lang="hu-HU" dirty="0"/>
              <a:t> </a:t>
            </a:r>
            <a:r>
              <a:rPr lang="hu-HU" dirty="0" err="1"/>
              <a:t>passive-interface</a:t>
            </a:r>
            <a:r>
              <a:rPr lang="hu-HU" dirty="0"/>
              <a:t> GigabitEthernet0/1</a:t>
            </a:r>
          </a:p>
          <a:p>
            <a:r>
              <a:rPr lang="hu-HU" dirty="0"/>
              <a:t> </a:t>
            </a:r>
            <a:r>
              <a:rPr lang="hu-HU" dirty="0" err="1"/>
              <a:t>network</a:t>
            </a:r>
            <a:r>
              <a:rPr lang="hu-HU" dirty="0"/>
              <a:t> 10.0.0.0 0.0.0.255 </a:t>
            </a:r>
            <a:r>
              <a:rPr lang="hu-HU" dirty="0" err="1"/>
              <a:t>area</a:t>
            </a:r>
            <a:r>
              <a:rPr lang="hu-HU" dirty="0"/>
              <a:t> 0</a:t>
            </a:r>
          </a:p>
          <a:p>
            <a:r>
              <a:rPr lang="hu-HU" dirty="0"/>
              <a:t> </a:t>
            </a:r>
            <a:r>
              <a:rPr lang="hu-HU" dirty="0" err="1"/>
              <a:t>network</a:t>
            </a:r>
            <a:r>
              <a:rPr lang="hu-HU" dirty="0"/>
              <a:t> 192.168.0.0 0.0.0.255 </a:t>
            </a:r>
            <a:r>
              <a:rPr lang="hu-HU" dirty="0" err="1"/>
              <a:t>area</a:t>
            </a:r>
            <a:r>
              <a:rPr lang="hu-HU" dirty="0"/>
              <a:t> 0</a:t>
            </a:r>
          </a:p>
          <a:p>
            <a:r>
              <a:rPr lang="hu-HU" dirty="0"/>
              <a:t> </a:t>
            </a:r>
            <a:r>
              <a:rPr lang="hu-HU" dirty="0" err="1"/>
              <a:t>network</a:t>
            </a:r>
            <a:r>
              <a:rPr lang="hu-HU" dirty="0"/>
              <a:t> 192.200.0.0 0.0.0.3 </a:t>
            </a:r>
            <a:r>
              <a:rPr lang="hu-HU" dirty="0" err="1"/>
              <a:t>area</a:t>
            </a:r>
            <a:r>
              <a:rPr lang="hu-HU" dirty="0"/>
              <a:t> 0</a:t>
            </a:r>
          </a:p>
        </p:txBody>
      </p:sp>
    </p:spTree>
    <p:extLst>
      <p:ext uri="{BB962C8B-B14F-4D97-AF65-F5344CB8AC3E}">
        <p14:creationId xmlns:p14="http://schemas.microsoft.com/office/powerpoint/2010/main" val="13101881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A508255-6218-41C2-84BE-66E2556EA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2" y="5193185"/>
            <a:ext cx="8534400" cy="1507067"/>
          </a:xfrm>
        </p:spPr>
        <p:txBody>
          <a:bodyPr/>
          <a:lstStyle/>
          <a:p>
            <a:r>
              <a:rPr lang="hu-HU" dirty="0"/>
              <a:t>Tihany#5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49B973D2-D2AB-4558-A24F-33D2158379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4507385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70000"/>
              </a:lnSpc>
            </a:pPr>
            <a:r>
              <a:rPr lang="hu-HU" dirty="0" err="1"/>
              <a:t>access-list</a:t>
            </a:r>
            <a:r>
              <a:rPr lang="hu-HU" dirty="0"/>
              <a:t> 1 permit </a:t>
            </a:r>
            <a:r>
              <a:rPr lang="hu-HU" dirty="0" err="1"/>
              <a:t>host</a:t>
            </a:r>
            <a:r>
              <a:rPr lang="hu-HU" dirty="0"/>
              <a:t> 192.168.0.254</a:t>
            </a:r>
          </a:p>
          <a:p>
            <a:pPr>
              <a:lnSpc>
                <a:spcPct val="70000"/>
              </a:lnSpc>
            </a:pPr>
            <a:r>
              <a:rPr lang="hu-HU" dirty="0" err="1"/>
              <a:t>access-list</a:t>
            </a:r>
            <a:r>
              <a:rPr lang="hu-HU" dirty="0"/>
              <a:t> 1 </a:t>
            </a:r>
            <a:r>
              <a:rPr lang="hu-HU" dirty="0" err="1"/>
              <a:t>deny</a:t>
            </a:r>
            <a:r>
              <a:rPr lang="hu-HU" dirty="0"/>
              <a:t> </a:t>
            </a:r>
            <a:r>
              <a:rPr lang="hu-HU" dirty="0" err="1"/>
              <a:t>host</a:t>
            </a:r>
            <a:r>
              <a:rPr lang="hu-HU" dirty="0"/>
              <a:t> 192.168.0.1</a:t>
            </a:r>
          </a:p>
          <a:p>
            <a:pPr>
              <a:lnSpc>
                <a:spcPct val="70000"/>
              </a:lnSpc>
            </a:pPr>
            <a:r>
              <a:rPr lang="hu-HU" dirty="0" err="1"/>
              <a:t>access-list</a:t>
            </a:r>
            <a:r>
              <a:rPr lang="hu-HU" dirty="0"/>
              <a:t> 1 </a:t>
            </a:r>
            <a:r>
              <a:rPr lang="hu-HU" dirty="0" err="1"/>
              <a:t>deny</a:t>
            </a:r>
            <a:r>
              <a:rPr lang="hu-HU" dirty="0"/>
              <a:t> </a:t>
            </a:r>
            <a:r>
              <a:rPr lang="hu-HU" dirty="0" err="1"/>
              <a:t>host</a:t>
            </a:r>
            <a:r>
              <a:rPr lang="hu-HU" dirty="0"/>
              <a:t> 192.168.0.2</a:t>
            </a:r>
          </a:p>
          <a:p>
            <a:pPr>
              <a:lnSpc>
                <a:spcPct val="70000"/>
              </a:lnSpc>
            </a:pPr>
            <a:r>
              <a:rPr lang="hu-HU" dirty="0" err="1"/>
              <a:t>access-list</a:t>
            </a:r>
            <a:r>
              <a:rPr lang="hu-HU" dirty="0"/>
              <a:t> 1 </a:t>
            </a:r>
            <a:r>
              <a:rPr lang="hu-HU" dirty="0" err="1"/>
              <a:t>deny</a:t>
            </a:r>
            <a:r>
              <a:rPr lang="hu-HU" dirty="0"/>
              <a:t> </a:t>
            </a:r>
            <a:r>
              <a:rPr lang="hu-HU" dirty="0" err="1"/>
              <a:t>host</a:t>
            </a:r>
            <a:r>
              <a:rPr lang="hu-HU" dirty="0"/>
              <a:t> 192.168.0.3</a:t>
            </a:r>
          </a:p>
          <a:p>
            <a:pPr>
              <a:lnSpc>
                <a:spcPct val="70000"/>
              </a:lnSpc>
            </a:pPr>
            <a:r>
              <a:rPr lang="hu-HU" dirty="0" err="1"/>
              <a:t>access-list</a:t>
            </a:r>
            <a:r>
              <a:rPr lang="hu-HU" dirty="0"/>
              <a:t> 1 </a:t>
            </a:r>
            <a:r>
              <a:rPr lang="hu-HU" dirty="0" err="1"/>
              <a:t>deny</a:t>
            </a:r>
            <a:r>
              <a:rPr lang="hu-HU" dirty="0"/>
              <a:t> </a:t>
            </a:r>
            <a:r>
              <a:rPr lang="hu-HU" dirty="0" err="1"/>
              <a:t>host</a:t>
            </a:r>
            <a:r>
              <a:rPr lang="hu-HU" dirty="0"/>
              <a:t> 192.168.0.4</a:t>
            </a:r>
          </a:p>
          <a:p>
            <a:pPr>
              <a:lnSpc>
                <a:spcPct val="70000"/>
              </a:lnSpc>
            </a:pPr>
            <a:r>
              <a:rPr lang="hu-HU" dirty="0" err="1"/>
              <a:t>access-list</a:t>
            </a:r>
            <a:r>
              <a:rPr lang="hu-HU" dirty="0"/>
              <a:t> 1 </a:t>
            </a:r>
            <a:r>
              <a:rPr lang="hu-HU" dirty="0" err="1"/>
              <a:t>deny</a:t>
            </a:r>
            <a:r>
              <a:rPr lang="hu-HU" dirty="0"/>
              <a:t> </a:t>
            </a:r>
            <a:r>
              <a:rPr lang="hu-HU" dirty="0" err="1"/>
              <a:t>host</a:t>
            </a:r>
            <a:r>
              <a:rPr lang="hu-HU" dirty="0"/>
              <a:t> 192.168.0.5</a:t>
            </a:r>
          </a:p>
          <a:p>
            <a:pPr>
              <a:lnSpc>
                <a:spcPct val="70000"/>
              </a:lnSpc>
            </a:pPr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access-list</a:t>
            </a:r>
            <a:r>
              <a:rPr lang="hu-HU" dirty="0"/>
              <a:t> </a:t>
            </a:r>
            <a:r>
              <a:rPr lang="hu-HU" dirty="0" err="1"/>
              <a:t>extended</a:t>
            </a:r>
            <a:r>
              <a:rPr lang="hu-HU" dirty="0"/>
              <a:t> BLOCK</a:t>
            </a:r>
          </a:p>
          <a:p>
            <a:pPr>
              <a:lnSpc>
                <a:spcPct val="70000"/>
              </a:lnSpc>
            </a:pPr>
            <a:r>
              <a:rPr lang="hu-HU" dirty="0"/>
              <a:t> </a:t>
            </a:r>
            <a:r>
              <a:rPr lang="hu-HU" dirty="0" err="1"/>
              <a:t>deny</a:t>
            </a:r>
            <a:r>
              <a:rPr lang="hu-HU" dirty="0"/>
              <a:t> </a:t>
            </a:r>
            <a:r>
              <a:rPr lang="hu-HU" dirty="0" err="1"/>
              <a:t>tcp</a:t>
            </a:r>
            <a:r>
              <a:rPr lang="hu-HU" dirty="0"/>
              <a:t> 10.0.0.0 0.0.0.255 </a:t>
            </a:r>
            <a:r>
              <a:rPr lang="hu-HU" dirty="0" err="1"/>
              <a:t>any</a:t>
            </a:r>
            <a:r>
              <a:rPr lang="hu-HU" dirty="0"/>
              <a:t> </a:t>
            </a:r>
            <a:r>
              <a:rPr lang="hu-HU" dirty="0" err="1"/>
              <a:t>eq</a:t>
            </a:r>
            <a:r>
              <a:rPr lang="hu-HU" dirty="0"/>
              <a:t> </a:t>
            </a:r>
            <a:r>
              <a:rPr lang="hu-HU" dirty="0" err="1"/>
              <a:t>www</a:t>
            </a:r>
            <a:endParaRPr lang="hu-HU" dirty="0"/>
          </a:p>
          <a:p>
            <a:pPr>
              <a:lnSpc>
                <a:spcPct val="70000"/>
              </a:lnSpc>
            </a:pPr>
            <a:r>
              <a:rPr lang="hu-HU" dirty="0"/>
              <a:t> </a:t>
            </a:r>
            <a:r>
              <a:rPr lang="hu-HU" dirty="0" err="1"/>
              <a:t>deny</a:t>
            </a:r>
            <a:r>
              <a:rPr lang="hu-HU" dirty="0"/>
              <a:t> </a:t>
            </a:r>
            <a:r>
              <a:rPr lang="hu-HU" dirty="0" err="1"/>
              <a:t>tcp</a:t>
            </a:r>
            <a:r>
              <a:rPr lang="hu-HU" dirty="0"/>
              <a:t> 10.0.0.0 0.0.0.255 </a:t>
            </a:r>
            <a:r>
              <a:rPr lang="hu-HU" dirty="0" err="1"/>
              <a:t>any</a:t>
            </a:r>
            <a:r>
              <a:rPr lang="hu-HU" dirty="0"/>
              <a:t> </a:t>
            </a:r>
            <a:r>
              <a:rPr lang="hu-HU" dirty="0" err="1"/>
              <a:t>eq</a:t>
            </a:r>
            <a:r>
              <a:rPr lang="hu-HU" dirty="0"/>
              <a:t> 443</a:t>
            </a:r>
          </a:p>
          <a:p>
            <a:pPr>
              <a:lnSpc>
                <a:spcPct val="70000"/>
              </a:lnSpc>
            </a:pPr>
            <a:r>
              <a:rPr lang="hu-HU" dirty="0"/>
              <a:t> permit </a:t>
            </a:r>
            <a:r>
              <a:rPr lang="hu-HU" dirty="0" err="1"/>
              <a:t>ip</a:t>
            </a:r>
            <a:r>
              <a:rPr lang="hu-HU" dirty="0"/>
              <a:t> 10.0.0.0 0.0.0.255 </a:t>
            </a:r>
            <a:r>
              <a:rPr lang="hu-HU" dirty="0" err="1"/>
              <a:t>any</a:t>
            </a:r>
            <a:endParaRPr lang="hu-HU" dirty="0"/>
          </a:p>
          <a:p>
            <a:pPr>
              <a:lnSpc>
                <a:spcPct val="70000"/>
              </a:lnSpc>
            </a:pPr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access-list</a:t>
            </a:r>
            <a:r>
              <a:rPr lang="hu-HU" dirty="0"/>
              <a:t> </a:t>
            </a:r>
            <a:r>
              <a:rPr lang="hu-HU" dirty="0" err="1"/>
              <a:t>extended</a:t>
            </a:r>
            <a:r>
              <a:rPr lang="hu-HU" dirty="0"/>
              <a:t> ALLOW</a:t>
            </a:r>
          </a:p>
          <a:p>
            <a:pPr>
              <a:lnSpc>
                <a:spcPct val="70000"/>
              </a:lnSpc>
            </a:pPr>
            <a:r>
              <a:rPr lang="hu-HU" dirty="0"/>
              <a:t> permit </a:t>
            </a:r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host</a:t>
            </a:r>
            <a:r>
              <a:rPr lang="hu-HU" dirty="0"/>
              <a:t> 192.168.0.254 </a:t>
            </a:r>
            <a:r>
              <a:rPr lang="hu-HU" dirty="0" err="1"/>
              <a:t>any</a:t>
            </a:r>
            <a:endParaRPr lang="hu-HU" dirty="0"/>
          </a:p>
          <a:p>
            <a:pPr>
              <a:lnSpc>
                <a:spcPct val="70000"/>
              </a:lnSpc>
            </a:pPr>
            <a:r>
              <a:rPr lang="hu-HU" dirty="0"/>
              <a:t> </a:t>
            </a:r>
            <a:r>
              <a:rPr lang="hu-HU" dirty="0" err="1"/>
              <a:t>deny</a:t>
            </a:r>
            <a:r>
              <a:rPr lang="hu-HU" dirty="0"/>
              <a:t> </a:t>
            </a:r>
            <a:r>
              <a:rPr lang="hu-HU" dirty="0" err="1"/>
              <a:t>ip</a:t>
            </a:r>
            <a:r>
              <a:rPr lang="hu-HU" dirty="0"/>
              <a:t> 192.168.0.0 0.0.0.255 </a:t>
            </a:r>
            <a:r>
              <a:rPr lang="hu-HU" dirty="0" err="1"/>
              <a:t>any</a:t>
            </a:r>
            <a:endParaRPr lang="hu-HU" dirty="0"/>
          </a:p>
          <a:p>
            <a:pPr>
              <a:lnSpc>
                <a:spcPct val="70000"/>
              </a:lnSpc>
            </a:pPr>
            <a:r>
              <a:rPr lang="hu-HU" dirty="0"/>
              <a:t> permit </a:t>
            </a:r>
            <a:r>
              <a:rPr lang="hu-HU" dirty="0" err="1"/>
              <a:t>ip</a:t>
            </a:r>
            <a:r>
              <a:rPr lang="hu-HU" dirty="0"/>
              <a:t> </a:t>
            </a:r>
            <a:r>
              <a:rPr lang="hu-HU" dirty="0" err="1"/>
              <a:t>any</a:t>
            </a:r>
            <a:r>
              <a:rPr lang="hu-HU" dirty="0"/>
              <a:t> </a:t>
            </a:r>
            <a:r>
              <a:rPr lang="hu-HU" dirty="0" err="1"/>
              <a:t>any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6503055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7B49A9EA-F6A8-4571-8903-F0AD13809D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Füred #1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3EA38881-16BA-4AFC-BE75-CEEAB3FC7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hu-HU" dirty="0"/>
              <a:t>Building </a:t>
            </a:r>
            <a:r>
              <a:rPr lang="hu-HU" dirty="0" err="1"/>
              <a:t>configuration</a:t>
            </a:r>
            <a:r>
              <a:rPr lang="hu-HU" dirty="0"/>
              <a:t>...</a:t>
            </a:r>
          </a:p>
          <a:p>
            <a:endParaRPr lang="hu-HU" dirty="0"/>
          </a:p>
          <a:p>
            <a:r>
              <a:rPr lang="hu-HU" dirty="0" err="1"/>
              <a:t>Current</a:t>
            </a:r>
            <a:r>
              <a:rPr lang="hu-HU" dirty="0"/>
              <a:t> </a:t>
            </a:r>
            <a:r>
              <a:rPr lang="hu-HU" dirty="0" err="1"/>
              <a:t>configuration</a:t>
            </a:r>
            <a:r>
              <a:rPr lang="hu-HU" dirty="0"/>
              <a:t> : 1498 </a:t>
            </a:r>
            <a:r>
              <a:rPr lang="hu-HU" dirty="0" err="1"/>
              <a:t>bytes</a:t>
            </a:r>
            <a:endParaRPr lang="hu-HU" dirty="0"/>
          </a:p>
          <a:p>
            <a:r>
              <a:rPr lang="hu-HU" dirty="0"/>
              <a:t>!</a:t>
            </a:r>
          </a:p>
          <a:p>
            <a:r>
              <a:rPr lang="hu-HU" dirty="0"/>
              <a:t>version 15.1</a:t>
            </a:r>
          </a:p>
          <a:p>
            <a:r>
              <a:rPr lang="hu-HU" dirty="0"/>
              <a:t>no service </a:t>
            </a:r>
            <a:r>
              <a:rPr lang="hu-HU" dirty="0" err="1"/>
              <a:t>timestamps</a:t>
            </a:r>
            <a:r>
              <a:rPr lang="hu-HU" dirty="0"/>
              <a:t> log </a:t>
            </a:r>
            <a:r>
              <a:rPr lang="hu-HU" dirty="0" err="1"/>
              <a:t>datetime</a:t>
            </a:r>
            <a:r>
              <a:rPr lang="hu-HU" dirty="0"/>
              <a:t> </a:t>
            </a:r>
            <a:r>
              <a:rPr lang="hu-HU" dirty="0" err="1"/>
              <a:t>msec</a:t>
            </a:r>
            <a:endParaRPr lang="hu-HU" dirty="0"/>
          </a:p>
          <a:p>
            <a:r>
              <a:rPr lang="hu-HU" dirty="0"/>
              <a:t>no service </a:t>
            </a:r>
            <a:r>
              <a:rPr lang="hu-HU" dirty="0" err="1"/>
              <a:t>timestamps</a:t>
            </a:r>
            <a:r>
              <a:rPr lang="hu-HU" dirty="0"/>
              <a:t> </a:t>
            </a:r>
            <a:r>
              <a:rPr lang="hu-HU" dirty="0" err="1"/>
              <a:t>debug</a:t>
            </a:r>
            <a:r>
              <a:rPr lang="hu-HU" dirty="0"/>
              <a:t> </a:t>
            </a:r>
            <a:r>
              <a:rPr lang="hu-HU" dirty="0" err="1"/>
              <a:t>datetime</a:t>
            </a:r>
            <a:r>
              <a:rPr lang="hu-HU" dirty="0"/>
              <a:t> </a:t>
            </a:r>
            <a:r>
              <a:rPr lang="hu-HU" dirty="0" err="1"/>
              <a:t>msec</a:t>
            </a:r>
            <a:endParaRPr lang="hu-HU" dirty="0"/>
          </a:p>
          <a:p>
            <a:r>
              <a:rPr lang="hu-HU" dirty="0"/>
              <a:t>no service </a:t>
            </a:r>
            <a:r>
              <a:rPr lang="hu-HU" dirty="0" err="1"/>
              <a:t>password-encryption</a:t>
            </a:r>
            <a:endParaRPr lang="hu-HU" dirty="0"/>
          </a:p>
          <a:p>
            <a:r>
              <a:rPr lang="hu-HU" dirty="0"/>
              <a:t>!</a:t>
            </a:r>
          </a:p>
          <a:p>
            <a:r>
              <a:rPr lang="hu-HU" dirty="0" err="1"/>
              <a:t>hostname</a:t>
            </a:r>
            <a:r>
              <a:rPr lang="hu-HU" dirty="0"/>
              <a:t> FURED-R</a:t>
            </a: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72588251-1791-121F-E016-AF6A65209B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8274" y="499535"/>
            <a:ext cx="5400675" cy="2143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24007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9CCE30E-EFE6-4A5C-95F0-3578B78524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Füred #2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FD27D119-5632-413A-8769-02997156D8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interface GigabitEthernet0/0</a:t>
            </a:r>
          </a:p>
          <a:p>
            <a:r>
              <a:rPr lang="en-US" dirty="0"/>
              <a:t> description [172.16.0.0-LAN]</a:t>
            </a:r>
          </a:p>
          <a:p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address 172.16.0.254 255.255.255.0</a:t>
            </a:r>
          </a:p>
          <a:p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helper-address 192.168.0.254</a:t>
            </a:r>
          </a:p>
          <a:p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access-group 1 out</a:t>
            </a:r>
          </a:p>
          <a:p>
            <a:r>
              <a:rPr lang="en-US" dirty="0"/>
              <a:t> duplex auto</a:t>
            </a:r>
          </a:p>
          <a:p>
            <a:r>
              <a:rPr lang="en-US" dirty="0"/>
              <a:t> speed auto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6606548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FB4BE52-C5CC-4A22-935B-78F95DDD95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Füred #3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EF0F69D1-347F-4FC8-85EF-6030D7C63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interface GigabitEthernet0/1</a:t>
            </a:r>
          </a:p>
          <a:p>
            <a:r>
              <a:rPr lang="en-US" dirty="0">
                <a:effectLst/>
              </a:rPr>
              <a:t>description [172.16.10.0-LAN]</a:t>
            </a:r>
          </a:p>
          <a:p>
            <a:r>
              <a:rPr lang="en-US" dirty="0" err="1">
                <a:effectLst/>
              </a:rPr>
              <a:t>ip</a:t>
            </a:r>
            <a:r>
              <a:rPr lang="en-US" dirty="0">
                <a:effectLst/>
              </a:rPr>
              <a:t> address 172.16.10.254 255.255.255.0</a:t>
            </a:r>
          </a:p>
          <a:p>
            <a:r>
              <a:rPr lang="en-US" dirty="0" err="1">
                <a:effectLst/>
              </a:rPr>
              <a:t>ip</a:t>
            </a:r>
            <a:r>
              <a:rPr lang="en-US" dirty="0">
                <a:effectLst/>
              </a:rPr>
              <a:t> helper-address 192.168.0.254</a:t>
            </a:r>
          </a:p>
          <a:p>
            <a:r>
              <a:rPr lang="en-US" dirty="0" err="1">
                <a:effectLst/>
              </a:rPr>
              <a:t>ip</a:t>
            </a:r>
            <a:r>
              <a:rPr lang="en-US" dirty="0">
                <a:effectLst/>
              </a:rPr>
              <a:t> access-group 2 in</a:t>
            </a:r>
          </a:p>
          <a:p>
            <a:r>
              <a:rPr lang="en-US" dirty="0" err="1">
                <a:effectLst/>
              </a:rPr>
              <a:t>ip</a:t>
            </a:r>
            <a:r>
              <a:rPr lang="en-US" dirty="0">
                <a:effectLst/>
              </a:rPr>
              <a:t> access-group 2 out</a:t>
            </a:r>
          </a:p>
          <a:p>
            <a:r>
              <a:rPr lang="en-US" dirty="0">
                <a:effectLst/>
              </a:rPr>
              <a:t>duplex auto</a:t>
            </a:r>
          </a:p>
          <a:p>
            <a:r>
              <a:rPr lang="en-US" dirty="0">
                <a:effectLst/>
              </a:rPr>
              <a:t>speed auto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38892170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D4B53858-336B-48F8-9E42-5692D461AC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Füred #4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904246AE-BED3-4C9F-8483-AED6F63C44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interface Serial0/0/0</a:t>
            </a:r>
          </a:p>
          <a:p>
            <a:r>
              <a:rPr lang="en-US" dirty="0"/>
              <a:t> </a:t>
            </a:r>
            <a:r>
              <a:rPr lang="en-US" dirty="0" err="1"/>
              <a:t>ip</a:t>
            </a:r>
            <a:r>
              <a:rPr lang="en-US" dirty="0"/>
              <a:t> address 192.200.0.2 255.255.255.252</a:t>
            </a:r>
            <a:endParaRPr lang="hu-HU" dirty="0"/>
          </a:p>
          <a:p>
            <a:r>
              <a:rPr lang="en-US" dirty="0"/>
              <a:t>interface Serial0/0/1</a:t>
            </a:r>
          </a:p>
          <a:p>
            <a:r>
              <a:rPr lang="en-US" dirty="0"/>
              <a:t> no </a:t>
            </a:r>
            <a:r>
              <a:rPr lang="en-US" dirty="0" err="1"/>
              <a:t>ip</a:t>
            </a:r>
            <a:r>
              <a:rPr lang="en-US" dirty="0"/>
              <a:t> address</a:t>
            </a:r>
          </a:p>
          <a:p>
            <a:r>
              <a:rPr lang="en-US" dirty="0"/>
              <a:t> clock rate 2000000</a:t>
            </a:r>
          </a:p>
          <a:p>
            <a:r>
              <a:rPr lang="en-US" dirty="0"/>
              <a:t> shutdown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042011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4633E591-4581-7B1D-C889-13E59304C2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Füred #5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26409853-21F0-6174-D721-C14D714B73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u-HU" dirty="0"/>
              <a:t>router </a:t>
            </a:r>
            <a:r>
              <a:rPr lang="hu-HU" dirty="0" err="1"/>
              <a:t>ospf</a:t>
            </a:r>
            <a:r>
              <a:rPr lang="hu-HU" dirty="0"/>
              <a:t> 50</a:t>
            </a:r>
          </a:p>
          <a:p>
            <a:r>
              <a:rPr lang="hu-HU" dirty="0"/>
              <a:t> router-</a:t>
            </a:r>
            <a:r>
              <a:rPr lang="hu-HU" dirty="0" err="1"/>
              <a:t>id</a:t>
            </a:r>
            <a:r>
              <a:rPr lang="hu-HU" dirty="0"/>
              <a:t> 2.2.2.2</a:t>
            </a:r>
          </a:p>
          <a:p>
            <a:r>
              <a:rPr lang="hu-HU" dirty="0"/>
              <a:t> log-</a:t>
            </a:r>
            <a:r>
              <a:rPr lang="hu-HU" dirty="0" err="1"/>
              <a:t>adjacency</a:t>
            </a:r>
            <a:r>
              <a:rPr lang="hu-HU" dirty="0"/>
              <a:t>-</a:t>
            </a:r>
            <a:r>
              <a:rPr lang="hu-HU" dirty="0" err="1"/>
              <a:t>changes</a:t>
            </a:r>
            <a:endParaRPr lang="hu-HU" dirty="0"/>
          </a:p>
          <a:p>
            <a:r>
              <a:rPr lang="hu-HU" dirty="0"/>
              <a:t> </a:t>
            </a:r>
            <a:r>
              <a:rPr lang="hu-HU" dirty="0" err="1"/>
              <a:t>passive-interface</a:t>
            </a:r>
            <a:r>
              <a:rPr lang="hu-HU" dirty="0"/>
              <a:t> GigabitEthernet0/0</a:t>
            </a:r>
          </a:p>
          <a:p>
            <a:r>
              <a:rPr lang="hu-HU" dirty="0"/>
              <a:t> </a:t>
            </a:r>
            <a:r>
              <a:rPr lang="hu-HU" dirty="0" err="1"/>
              <a:t>passive-interface</a:t>
            </a:r>
            <a:r>
              <a:rPr lang="hu-HU" dirty="0"/>
              <a:t> GigabitEthernet0/1</a:t>
            </a:r>
          </a:p>
          <a:p>
            <a:r>
              <a:rPr lang="hu-HU" dirty="0"/>
              <a:t> </a:t>
            </a:r>
            <a:r>
              <a:rPr lang="hu-HU" dirty="0" err="1"/>
              <a:t>network</a:t>
            </a:r>
            <a:r>
              <a:rPr lang="hu-HU" dirty="0"/>
              <a:t> 192.200.0.0 0.0.0.3 </a:t>
            </a:r>
            <a:r>
              <a:rPr lang="hu-HU" dirty="0" err="1"/>
              <a:t>area</a:t>
            </a:r>
            <a:r>
              <a:rPr lang="hu-HU" dirty="0"/>
              <a:t> 0</a:t>
            </a:r>
          </a:p>
          <a:p>
            <a:r>
              <a:rPr lang="hu-HU" dirty="0"/>
              <a:t> </a:t>
            </a:r>
            <a:r>
              <a:rPr lang="hu-HU" dirty="0" err="1"/>
              <a:t>network</a:t>
            </a:r>
            <a:r>
              <a:rPr lang="hu-HU" dirty="0"/>
              <a:t> 172.16.0.0 0.0.0.255 </a:t>
            </a:r>
            <a:r>
              <a:rPr lang="hu-HU" dirty="0" err="1"/>
              <a:t>area</a:t>
            </a:r>
            <a:r>
              <a:rPr lang="hu-HU" dirty="0"/>
              <a:t> 0</a:t>
            </a:r>
          </a:p>
          <a:p>
            <a:r>
              <a:rPr lang="hu-HU" dirty="0"/>
              <a:t> </a:t>
            </a:r>
            <a:r>
              <a:rPr lang="hu-HU" dirty="0" err="1"/>
              <a:t>network</a:t>
            </a:r>
            <a:r>
              <a:rPr lang="hu-HU" dirty="0"/>
              <a:t> 172.16.10.0 0.0.0.255 </a:t>
            </a:r>
            <a:r>
              <a:rPr lang="hu-HU" dirty="0" err="1"/>
              <a:t>area</a:t>
            </a:r>
            <a:r>
              <a:rPr lang="hu-HU" dirty="0"/>
              <a:t> 0</a:t>
            </a:r>
          </a:p>
        </p:txBody>
      </p:sp>
    </p:spTree>
    <p:extLst>
      <p:ext uri="{BB962C8B-B14F-4D97-AF65-F5344CB8AC3E}">
        <p14:creationId xmlns:p14="http://schemas.microsoft.com/office/powerpoint/2010/main" val="64688028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16D3AA4-CF7B-3CE9-B4C4-53797687F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/>
              <a:t>Füred #6</a:t>
            </a:r>
          </a:p>
        </p:txBody>
      </p:sp>
      <p:sp>
        <p:nvSpPr>
          <p:cNvPr id="3" name="Tartalom helye 2">
            <a:extLst>
              <a:ext uri="{FF2B5EF4-FFF2-40B4-BE49-F238E27FC236}">
                <a16:creationId xmlns:a16="http://schemas.microsoft.com/office/drawing/2014/main" id="{B438DC8C-6B02-ABAA-B8C3-14320F833B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access-list 1 deny host 172.16.10.1</a:t>
            </a:r>
          </a:p>
          <a:p>
            <a:r>
              <a:rPr lang="en-US" dirty="0"/>
              <a:t>access-list 1 deny host 172.16.10.2</a:t>
            </a:r>
          </a:p>
          <a:p>
            <a:r>
              <a:rPr lang="en-US" dirty="0"/>
              <a:t>access-list 1 deny host 172.16.10.3</a:t>
            </a:r>
          </a:p>
          <a:p>
            <a:r>
              <a:rPr lang="en-US" dirty="0"/>
              <a:t>access-list 1 deny host 172.16.10.4</a:t>
            </a:r>
          </a:p>
          <a:p>
            <a:r>
              <a:rPr lang="en-US" dirty="0"/>
              <a:t>access-list 1 deny host 172.16.10.5</a:t>
            </a:r>
          </a:p>
          <a:p>
            <a:r>
              <a:rPr lang="en-US" dirty="0"/>
              <a:t>access-list 1 permit any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1047622379"/>
      </p:ext>
    </p:extLst>
  </p:cSld>
  <p:clrMapOvr>
    <a:masterClrMapping/>
  </p:clrMapOvr>
</p:sld>
</file>

<file path=ppt/theme/theme1.xml><?xml version="1.0" encoding="utf-8"?>
<a:theme xmlns:a="http://schemas.openxmlformats.org/drawingml/2006/main" name="Szelet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153</TotalTime>
  <Words>531</Words>
  <Application>Microsoft Office PowerPoint</Application>
  <PresentationFormat>Szélesvásznú</PresentationFormat>
  <Paragraphs>119</Paragraphs>
  <Slides>18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2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18</vt:i4>
      </vt:variant>
    </vt:vector>
  </HeadingPairs>
  <TitlesOfParts>
    <vt:vector size="21" baseType="lpstr">
      <vt:lpstr>Century Gothic</vt:lpstr>
      <vt:lpstr>Wingdings 3</vt:lpstr>
      <vt:lpstr>Szelet</vt:lpstr>
      <vt:lpstr>Normál és nevesített normál ACL konfigurálása és hibajavítás</vt:lpstr>
      <vt:lpstr>Hálózati topológia</vt:lpstr>
      <vt:lpstr>Dinamikus routolás</vt:lpstr>
      <vt:lpstr>szerver</vt:lpstr>
      <vt:lpstr>Acl 1 192-tes hálózat kizárása</vt:lpstr>
      <vt:lpstr>Named acl alternatíva (egyszerűbb)</vt:lpstr>
      <vt:lpstr>172-es hálózatok esete</vt:lpstr>
      <vt:lpstr>Tihany config #1</vt:lpstr>
      <vt:lpstr>Tihany #2</vt:lpstr>
      <vt:lpstr>Tihany #3</vt:lpstr>
      <vt:lpstr>Tihany #4</vt:lpstr>
      <vt:lpstr>Tihany#5</vt:lpstr>
      <vt:lpstr>Füred #1</vt:lpstr>
      <vt:lpstr>Füred #2</vt:lpstr>
      <vt:lpstr>Füred #3</vt:lpstr>
      <vt:lpstr>Füred #4</vt:lpstr>
      <vt:lpstr>Füred #5</vt:lpstr>
      <vt:lpstr>Füred #6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Normál és nevesített normál ACL konfigurálása és hibajavítás</dc:title>
  <dc:creator>Kurucz Zoltán Levente</dc:creator>
  <cp:lastModifiedBy>Kurucz Zoltán</cp:lastModifiedBy>
  <cp:revision>28</cp:revision>
  <dcterms:created xsi:type="dcterms:W3CDTF">2024-11-28T10:08:56Z</dcterms:created>
  <dcterms:modified xsi:type="dcterms:W3CDTF">2024-11-28T20:42:48Z</dcterms:modified>
</cp:coreProperties>
</file>